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EXECUTIVE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Enterprise Visual Monitoring &amp; Operational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High-density, air-gapped screen recording and multi-station forensic investigation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💼 Executive Overview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Complete Visual Accountability: 24/7 continuous recording and live monitoring across operator workstations.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Air-Gapped Sovereignty: Engineered for closed, classified, and strictly isolated enterprise networks.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Rapid Incident Reconstruction: Reconstruct cross-team operational incidents in minutes instead of days.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Uncompromised Performance: Workstations operate at 100% full speed with zero 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📊 Operational Benchmarks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100+ Simultaneous Stations: Scalable high-density fleet support per single server node.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&lt; 1% Workstation CPU Overhead: Complete GPU acceleration leaves operator PCs unburdened.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&lt; 1 Second Live Latency: Sub-second situational awareness via WebRTC technology.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90% Faster Incident Debriefs: Automated multi-station synchronized replay accelerates operational reviews.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100% On-Premises Compliance: Zero external cloud data leakage or subscription traps.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Operational Challenge in Mission-Critical Facilities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Why conventional commercial screen recording and meeting tools cannot meet enterprise defense requirements.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❌ Heavy Workstation Load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Commercial tools consume 25% to 50% of the CPU.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Degrades workstation responsiveness during intense operational missions.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Causes mouse lag, frozen applications, and operator frustration.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❌ Cloud &amp; Security Violations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SaaS tools (Zoom, Teams, Cloud Recorders) require constant external internet connectivity.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Transmits sensitive operational data to external commercial servers.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Strictly prohibited in air-gapped and high-security defense environments.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❌ Desynchronized Investigations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Reviewing separate, unaligned video files makes it impossible to reconstruct team actions.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Reboots and power cycles break video alignment.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Debriefing complex incidents requires days of manual video editing.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How the Solution Operates: 3-Tier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Clean architectural separation between endpoints, central hub, and operations consoles.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1. Endpoint Workstations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Continuous background capture agent.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GPU-accelerated video compression.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Dual audio capture (mic + speakers).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Keystroke audit logging.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Local failover buffer during network cuts.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operator intervention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2. Central C2 &amp; Storage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High-density video ingestion hub.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Deterministic 5-minute chunking.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Primary NetApp storage integration.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Automated 3-second local failover.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Self-healing background workers.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Fast catalog search database.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3. Operations Command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Browser-based command center.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Sub-second live fleet monitoring wall.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Synchronized multi-station replay.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Forensic video export with subtitles.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Active Directory role-based access.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Instant incident debriefing.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WORKSTATION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Zero Workstation Impact: Hardware-Accelerated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Ensuring mission software runs at peak speed while video is captured in real-time.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🚀 Intelligent GPU Offloading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Automatic Hardware Probing: Tests workstation capabilities upon startup.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NVIDIA NVENC Offloading: Directs compression to dedicated GPU chip; workstation CPU remains completely free (&lt;1%).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Intel QuickSync (QSV) Optimization: Delivers ~37% lower CPU load than standard software recorders on typical office PCs.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Seamless Across Mixed Fleets: Operates automatically across laptops, desktop PCs, and specialized workstations with zero manual configuration.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📈 Workstation Resource Overhead Comparison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Commercial Recorders (Software CPU): 35% - 60% CPU consumption -&gt; High risk of system freeze.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Standard Desktop (Intel QuickSync): ~2.5% CPU consumption -&gt; Lightweight and reliable.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Command Workstation (NVIDIA GPU): &lt; 0.8% CPU consumption -&gt; True zero-impact recording.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Outcome: Operators experience smooth mouse movement, responsive controls, and zero slowdown.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OPERATIONAL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24/7 High Availability &amp; Offline Resiliency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to guarantee zero gap in security audits even during network cuts or storage outages.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🔌 Network Disconnect Guard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If LAN connectivity to the server is lost, the agent automatically switches to local encrypted caching.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When the network is restored, buffered video is safely synced to the central server.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recorded data is lost during network maintenance.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💾 Dual Storage Safeguard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Primary recordings write directly to enterprise NetApp storage.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If NetApp becomes unreachable, the server auto-diverts recordings to local high-speed disk within 3 seconds.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Transitions back to NetApp automatically once reachable.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🔄 Self-Healing Automation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Server supervisors continuously monitor streaming processes.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If a core process stops unexpectedly, it is automatically restarted within 5 seconds.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Requires zero manual IT intervention or emergency server reboots.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OPERATIONS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 Command-and-Control Fleet Monitoring 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Real-time situational awareness across dozens of operational rooms and consoles.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📺 Sub-Second Live Monitoring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Sub-Second Live Video: WebRTC technology streams screens to commanders with less than 1 second delay.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Interactive Multi-Grid: View up to 16 live station screens simultaneously on a single display wall.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Instant Full-Screen Inspection: Click any station to instantly zoom into full resolution.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Custom Operational Rooms: Organize workstations into operational rooms, duty cells, or shift groups.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📊 Real-Time Fleet Telemetry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Live Station Status: Immediate visibility into active recording and frame rate.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Audio Activity Indicators: Real-time visual alerts when speakers or microphones are active.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Network Bandwidth Monitoring: Proactive tracking of network throughput per station.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Centralized Configuration: Adjust video quality and frame rates fleet-wide with one click.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INVESTIGATION 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Forensic Synchronized Replay &amp; Visual NLE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Reconstructing complex multi-operator incidents in minutes rather than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🎬 Synchronized Multi-Screen Replay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Select up to 16 stations involved in an operational incident.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All video feeds advance in absolute lockstep on a single unified timeline.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When Operator A takes an action, see Operator B's screen reaction at the exact identical millisecond.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Eliminates guesswork and manual timeline alignment.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🔍 Visual Scrubbing &amp; Bookmarking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Rapid Timeline Scrubbing: Hover over the timeline to see instantaneous screen thumbnail previews.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Incident Bookmarking: Tag critical incident timestamps with descriptive notes.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Non-Destructive Project Drafts: Save investigation projects and share with peer analysts.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Asynchronous Export: Export multi-track videos in the background while continuing review.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FORENSIC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'Time-Continuity Guarantee': Gap-Proof Audits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Overcoming station reboots and power outages without corrupting multi-station alignment.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❓ The Flaw in Traditional Video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If Operator A worked for 30 minutes, but Operator B restarted their computer for 5 minutes: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Traditional video systems simply stitch Operator B's clips together.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The timeline collapses by 5 minutes, completely desynchronizing Operator B from Operator A.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The resulting video is misleading, distorted, and legally contestable.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🛡️ The ITB 'No-Signal' Assurance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ITB-SCREEN-RECORDER automatically detects station offline gaps.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Injects calibrated 'No-Signal' frames for the exact duration the workstation was powered down.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Maintains 100% time alignment across all station tracks down to the exact frame.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Provides an accredited, indisputable record for military debriefs and regulatory compliance.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DETAILED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Forensic Keystroke Capture &amp; Synchronized Subtitles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Correlating operator intent with screen outcomes for definitive audit trails.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⌨️ Command Audit Logging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Captures operator key combinations, shortcuts, and commands with millisecond timestamps.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Proves what commands were executed and in what precise sequence.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Essential for troubleshooting accidental system triggers or policy violations.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📄 Synchronized Subtitles (.SRT)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Exported videos can automatically include SubRip (.srt) subtitle tracks.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Keystrokes appear overlaid at the bottom of the video exactly when they occurred.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Playable in any standard media player (VLC, Windows Media) without proprietary software.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🔒 Privacy Protection Gate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Keystroke recording is strictly bound to active screen recording.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When an operator logs out or the station is in standby, keyboard capture is automatically shut down.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Protects user privacy during administrative off-duty hours.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INFRASTRUCTURE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Enterprise Storage Economics &amp; Intelligent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Predictable storage consumption with automated lifecycle policies.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📦 Deterministic 5-Minute Chunks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Recordings are segmented precisely every 5 minutes on the clock (e.g. 10:00, 10:05).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Prevents massive, single-file recordings that are vulnerable to corruption.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Enables instant extraction of any 10-minute incident without scanning gigabytes of irrelevant video.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Facilitates fast, parallel file transfers and backups.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🧹 Automated Retention Policies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Automatic Lifecycle Management: Recordings older than the configured policy (e.g. 30 days) are automatically deleted.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Manual File Maintenance: Storage space is reclaimed continuously without IT overhead.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Active Recording Shield: Live sessions are protected from premature eviction during high-capacity events.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Predictable Capacity Planning: Consistent compression ensures accurate long-term storage budgeting.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Security, Air-Gap Sovereignty &amp; Role-Based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Purpose-built for zero-trust, highly compartmentalized facilities.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🏰 100% Air-Gapped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Operates completely inside your isolated network perimeter.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external internet connections.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reliance on external cloud servers.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No external licensing or phone-home beacons.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🔑 Active Directory Integration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Seamless integration with on-premises LDAP / Active Directory.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Users sign in with their existing enterprise credentials.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Centralized user lifecycle management aligned with IT policies.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🛡️ Role-Based Access (RBAC)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Granular permission controls: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Live Viewers (Monitoring only)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Forensic Investigators (Export access)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System Administrators (Full control)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Prevents unauthorized video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SCALE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Scalability &amp; Low Total Cost of Ownership (TCO)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Effortless deployment from small command cells to large enterprise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📈 High Density per Server Node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Workstation GPU Offloading: Because video compression happens on endpoint GPUs, the central server only handles stream routing.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100+ Endpoints per Server: A single standard server node manages over 100 simultaneous recording streams.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COTS Hardware Compatibility: Runs on standard off-the-shelf enterprise server hardware without requiring expensive data center GPUs.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⚙️ Silent &amp; Centralized Deployment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Automated Silent Install: Rapidly deployed across hundreds of workstations using standard IT software distribution tools.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Desktop Maintenance: Agents update and operate autonomously without user intervention.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Centralized Management: Configure recording bitrates, frame rates, and policies fleet-wide from the web dashboard.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Measurable Business &amp; Operational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Transforming mission debriefing, compliance posture, and operational efficiency.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⏱️ 90% Faster Debriefs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Incident debriefs reduced from multiple days of interviews to minutes of verified multi-screen playback.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Immediate identification of root causes across complex team interactions.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Accelerates operational lessons learned.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⚖️ Total Compliance &amp; Defense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Indisputable, time-certified video and keystroke logs.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Eliminates liability ambiguities and regulatory audit penalties.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Provides certified forensic evidence for legal reviews.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💼 Operator Productivity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Workstations remain completely responsive with zero CPU lag.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Eliminates software crashes caused by bulky recording tools.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Operators stay focused on mission-critical responsibilities.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Strategic Readiness: The Visual Defense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Comprehensive, air-gapped operational assurance ready for enterprise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🌟 Key Strategic Takeaways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High-Density Fleet Recording: 100+ workstations recorded with &lt; 1% CPU overhead.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Synchronized Multi-Screen NLE: Reconstruct operational events with millisecond precision.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100% Air-Gapped Security: Complete data sovereignty with zero cloud risk.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Continuous Resilience: Offline buffering, dual storage targets, and self-healing architecture.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Immediate Value: Drastic reduction in incident investigation time and guaranteed compliance.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🚀 Deployment Roadmap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Phase 1: Pilot Cell (10–15 Stations) - Verify workstation performance and network throughput in a live operational cell.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Phase 2: Fleet Distribution - Automated silent deployment across all facility consoles via central IT tools.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Phase 3: Operational Integration - Connect with enterprise Active Directory groups and storage retention policies.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Status: Software is production-ready for immediate enterprise pilot.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