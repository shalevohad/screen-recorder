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Enterprise Visual Monitoring &amp; Operational Assurance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Air-gapped, high-density screen recording, live C2 command wall, and multicam forensic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💼 The Executive Mission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Complete Visual Accountability: 24/7 continuous recording and live monitoring across operator workstations.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Air-Gapped Sovereignty: Engineered from day one for closed, classified, and strictly isolated networks.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Instant Incident Reconstruction: Turn multi-day incident reviews into seconds of verified proof.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Operator Friction: Invisible background execution without mouse lag or performance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📊 Operational Benchmarks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100+ Concurrent Stations: Scalable high-density fleet support per single server node.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&lt; 1% Workstation CPU Overhead: Direct GPU hardware acceleration leaves operator PCs unburdened.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&lt; 300ms Live Stream Latency: Glass-to-glass situational awareness via WebRTC WHEP streaming.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90% Faster Incident Debriefs: Automated multi-station synchronized replay accelerates operational reviews.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100% On-Premises Compliance: Zero external cloud data leakage, subscription fees, or license servers.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OPERATIONAL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Why Commercial &amp; Open-Source Tools Fail in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Why conventional tools like Zoom, Teams, OBS, Camtasia, and standard VMS cannot meet defense standards.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❌ Crippling CPU Overhead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Standard software recorders consume 25% to 50% CPU.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Workstations stutter during critical operational tasks.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Mouse lag frustrates operators during high-stress missions.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High risk of workstation crash during tactical events.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❌ Cloud &amp; Security Violations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SaaS tools (Zoom, Teams, Cloud Recorders) demand internet.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Transmits sensitive operational data to external servers.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Strictly prohibited in air-gapped / classified enclaves.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Vulnerable to remote subscription license lockouts.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❌ Broken Temporal Sync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Standard recorders generate unaligned, drifting clips.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When a station reboots, traditional players collapse the timeline.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cross-station timeline correlation.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Recordings are legally inadmissible in formal debriefs.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REAL-TIME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Sub-Second Live Fleet Command Wall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Glass-to-glass tactical monitoring across 70–100+ stations with zero browser decoder crash.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📡 Ultra-Low Latency Streaming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Sub-Second WebRTC (WHEP) Ingestion: Glass-to-glass latency of 200–300ms over LAN.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Eliminates multi-second HLS buffering lag during live operational monitoring.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Crash-Proof Virtualization: Intersection Observer DOM virtualization ensures browser never crashes.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Exclusive Audio Solo Sink: 1-click audio dock enforces single-station solo listening to prevent feedback.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Dynamic Hot-Plug: Multi-monitor connect/disconnect adapts smoothly with zero stream interruption.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🖥️ Command Center Situational Awareness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High-Density Fleet Wall: Monitor 16 to 100 stations on a single massive tactical display.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Custom Operational Rooms: Organize consoles into mission cells, control rooms, or shift groups.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Real-Time Health Telemetry: Continuous monitoring of FPS, audio presence, bitrates, and hardware status.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Instant Full-Screen Inspection: 1-click zoom into any station with interactive display minimap navigation.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UNIQUE DIFFERENTIATOR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Auto-Director: Multi-Screen Intelligent Focal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Automating visual focus across multi-monitor stations with manual overrides and Split/PiP view modes.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🎬 Activity-Based Director Track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Dynamic Activity Focus: Detects keyboard strokes and mouse activity to automatically cut to the active monitor.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Live Screen Orientation HUD: Always know which screen is shown: [⚡ MON-0 (AUTO)] vs [✋ MON-1 (OVERRIDE)].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Tactical Overrides &amp; Splitting: Split any segment at the playhead (✂️ Split / hotkey 'S') to lock focus manually.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Zero-Time-Drift Transitions: Smooth millisecond fades and persistent Minimap keep investigators oriented.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🎛️ Tactical View Modes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🎬 DIRECTOR: Standard automated focal tracking following operator workflow.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🔲 SPLIT SCREEN: Dual side-by-side synchronized monitors for simultaneous multi-screen analysis.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🪟 PiP (Picture-in-Picture): Secondary monitor in floating inset with 1-click instant display swap.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🖥️ Monitor Pins: Lock playback exclusively to a specific monitor (mon-0, mon-1).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Market Exclusivity: No commercial VMS or screen recorder provides automated multi-screen director tracks.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UNIQUE DIFFERENTIATOR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Forensic Keystroke Intelligence &amp; Synchronized Subtitles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Correlating operator intent with screen outcomes with millisecond precision.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⌨️ Low-Level Input Capture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Low-Level OS Hooking: Captures shortcuts, command executions, and hotkeys with millisecond UTC timestamps.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Indisputable Audit Proof: Proves exactly who executed what command, when, and in what sequence.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Privacy Protection Gate: Automatically pauses keyboard logging outside active recording or in lock screen.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Forensic Search Engine: Search central catalog for specific commands (reboot, launch, authorize) to jump to video.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📄 Burned-in Subtitles (.SRT / .ASS)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Synchronized Subtitles: Exported incident videos include accurate SubRip (.srt) and Advanced SSA (.ass) subtitles.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Overlaid Input Telemetry: Keystrokes appear at the bottom of the video exactly when pressed.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Universal Playback: Playable in standard media players (VLC, Media Player, QuickTime) with zero plugins.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Certified Legal Compliance: Provides verified forensic packages for formal debriefs and regulatory inquiries.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Arial"/>
              </a:defRPr>
            </a:pPr>
            <a:r>
              <a:t>UNIQUE DIFFERENTIATOR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Multi-Station Unified Timeline &amp; Gap-Proof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Reconstructing complex multi-operator incidents across 70+ stations in absolute lockstep.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A855F7"/>
                </a:solidFill>
                <a:latin typeface="Segoe UI"/>
              </a:defRPr>
            </a:pPr>
            <a:r>
              <a:t>⏱️ Wall-Clock Aligned Chunking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Deterministic 5-Minute Slicing: Recordings are sliced on exact UTC wall-clock boundaries (14:00, 14:05).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Multicam Synchronized NLE: Up to 16 stations advance in absolute temporal lockstep.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Cross-Team Correlation: When Dispatch transmits, see Operator screen receive it at that exact second.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Eliminates Manual Alignment: No tedious video syncing in external video editors.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🛡️ The 'Time-Continuity Guarantee'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The Flaw in Other Tools: When Station B reboots for 5 minutes, normal players collapse the gap, breaking sync.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ITB Synthetic Slate Engine: Automatically detects offline gaps (&gt;500ms) and injects 'No Signal' test pattern video.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Timeline Drift: Station A and Station B remain 100% time-locked down to the exact millisecond.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Court-Admissible Evidence: Clear visual indication of power cycles while preserving chronological truth.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ENDPOINT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Zero Workstation Impact: Hardware-Accelerated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Ensuring mission software runs at peak speed while video and audio are continuously captured.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🚀 Intelligent GPU Offloading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Automatic Hardware Probing: Tests workstation capabilities upon startup (NVENC -&gt; Intel QSV -&gt; CPU).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NVIDIA NVENC Silicon Offload: Compression runs on dedicated GPU silicon; workstation CPU load is &lt; 0.8%.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Intel QuickSync (QSV): Achieves ~2.0% CPU load on standard commercial desktop PCs.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Mouse Stutter: Fast 3D radars, GIS mapping, and mission C2 apps experience zero frame drops or input lag.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📈 Workstation Resource Comparison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Commercial Recorders (Software CPU): 35% - 60% CPU -&gt; High risk of system freeze and sluggish UI.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ITB-SCREEN-RECORDER (Intel QuickSync): ~2.0% CPU -&gt; Lightweight, dependable capture.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ITB-SCREEN-RECORDER (NVIDIA GPU): &lt; 0.8% CPU -&gt; True zero-impact continuous recording.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Fleet Economics: Deploy across 100+ stations without requiring expensive PC hardware replacements.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ENTERPRISE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100% Air-Gapped Sovereignty &amp; Silent Active Directory 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Engineered from day one for isolated, zero-trust, closed defense networks.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🏰 100% Air-Gapped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100% self-contained on internal LAN.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external internet links or CDNs.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remote license servers.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cloud data leakage.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Compliant with highest defense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🔑 Silent AD / LDAP SSO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Windows Integrated Auth (Kerberos).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credentials prompts or login forms.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AD groups map to operational roles.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Granular RBAC: Live Viewer vs Forensic.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Instant, seamless dashboard access.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💾 Dual-Path Storage Failover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Primary NetApp storage with 3s probe.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Auto-failover to local NVMe storage.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Endpoints buffer video during network cuts.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Automatic background synchronization.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Guaranteed 24/7 audit continuity.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INVESTIGATION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Forensic Replay &amp; Visual NLE Investigation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Accelerating incident debriefs and investigations from days to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🎞️ High-Speed Visual Scrubbing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Instant Visual Scrubbing: Hover thumbnails rendered on HTML5 Canvas allow browsing 24 hours without delay.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Non-Destructive Bookmarking: Tag incident timestamps, annotate events, and share project drafts.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Parallel Extraction Queue: Export single-station cuts with lossless stream copying or assemble multicam packs.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Complete Forensic Package: Exports video, burned-in timecode, keystroke subtitles, and audio in one verified 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📈 90% Faster Incident Closure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Traditional Investigations: 24 to 48 hours of manual operator interviews and text log reconciliation.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ITB Visual Investigation: &lt; 5 minutes to scrub, verify, and export indisputable multi-screen proof.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Accredited Debriefs: Eliminates subjective memory bias with objective, frame-accurate multi-screen video.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Accelerates Operational Lessons: Rapidly turn incidents into actionable training doctrine.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The Competitive Superiority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How ITB-SCREEN-RECORDER outperforms conventional enterprise and defense alternatives.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🏆 ITB Screen Recorder Strengths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Endpoint CPU Impact: &lt; 1% (Dedicated GPU Silicon NVENC/QSV).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Air-Gapped Sovereignty: 100% Offline (Zero Cloud Dependencies).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Auto-Director Multi-Monitor: Yes (Activity Tracking / Split / PiP).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Synchronized Keystrokes: Yes (Millisecond-Accurate SRT/ASS).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Cross-Station Synchronicity: Guaranteed (No-Signal Slate Engine).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Live Fleet Wall Latency: &lt; 300ms (WebRTC WHEP Streaming).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Enterprise SSO: Silent Windows Integrated Authentication.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❌ Commercial Alternatives Deficiencies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Commercial VMS (Genetec/Milestone): High CPU (15-25%), 2-5s RTSP latency, no keystrokes, no auto-director.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Desktop Recorders (OBS/Camtasia): Heavy CPU (35-60%), local files only, unaligned clips, no live fleet wall.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Meeting Tools (Zoom/Teams): Cloud mandatory, high latency, privacy risks, zero multicam forensic synchronization.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Cost Structure: Commercial tools demand expensive recurring licenses; ITB offers low TCO perpetual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Measurable Business &amp; Operational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Delivering high-value compliance, rapid incident defense, and unmatched infrastructure efficiency.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⏱️ Operational Agility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90% faster debriefing turnarounds.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Multi-station investigations in minutes.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Realistic training from real recorded events.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Workstations stay at 100% capacity.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24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⚖️ Compliance &amp; Defense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Indisputable, time-certified video logs.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Defends against liability and audit fines.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Court-admissible forensic archives.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Automated 30-day retention policies.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38BDF8"/>
                </a:solidFill>
                <a:latin typeface="Segoe UI"/>
              </a:defRPr>
            </a:pPr>
            <a:r>
              <a:t>💰 Infrastructure Economics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100+ stations per standard COTS server.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datacenter GPU costs.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Zero recurring SaaS subscription traps.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Total perpetual platform sovereignty.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PRESENTER'S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Live Demonstration Script: What to Show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Step-by-step interactive demonstration flow for tomorrow's executive showcase.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  <a:latin typeface="Segoe UI"/>
              </a:defRPr>
            </a:pPr>
            <a:r>
              <a:t>1. Live Fleet Wall &amp; Silent SSO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Action: Open browser to dashboard. Show instant login without typing username/password.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Say: 'Notice how the system authenticated my Windows domain credentials silently. We are looking at live fleet streaming in real-time under 300ms latency.'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Action: Highlight station cards and toggle audio solo listening.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Say: 'With 100 stations, operators experience zero lag and zero browser memory issues.'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2. Auto-Director, Keystrokes &amp; Sync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Action: Open multi-screen station in Studio. Toggle Split Screen and PiP modes.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Say: 'The Auto-Director automatically tracks operator focus between screens. We can split, override, or view side-by-side.'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Action: Show keystroke subtitle overlay and scrub multiple synchronized stations.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Say: 'Every keystroke is correlated to the millisecond. All stations are locked to the exact wall clock with No-Signal gap protection.'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EXECUTIVE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Conclusion: Ready for Mission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 mature, battle-tested, high-density platform ready to deliver complete operational assurance.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06B6D4"/>
                </a:solidFill>
                <a:latin typeface="Segoe UI"/>
              </a:defRPr>
            </a:pPr>
            <a:r>
              <a:t>🌟 Key Strategic Takeaways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High-Density Fleet Recording: 100+ workstations recorded with &lt; 1% CPU overhead.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Unrivaled Forensic Power: Auto-Director, millisecond keystroke correlation, and gap-proof synchronicity.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Total Sovereignty: 100% air-gapped, zero cloud exposure, and silent Active Directory integration.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Immediate ROI: 90% faster debriefs and permanent defense against compliance penalties.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Production Readiness: Fully verified and ready for operational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212080" cy="4297680"/>
          </a:xfrm>
          <a:prstGeom prst="roundRect">
            <a:avLst/>
          </a:prstGeom>
          <a:solidFill>
            <a:srgbClr val="15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  <a:latin typeface="Segoe UI"/>
              </a:defRPr>
            </a:pPr>
            <a:r>
              <a:t>🚀 Proposed Fleet Rollout Stages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Stage 1: Operational Pilot (Immediate) - Deploy to 15 key consoles in an operational cell to validate live tracking.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Stage 2: Enterprise Fleet Distribution - Automated silent deployment across 70–100+ workstations via central IT tools.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Stage 3: Full Governance Integration - Connect with enterprise Active Directory groups and storage retention policies.</a:t>
            </a:r>
          </a:p>
          <a:p>
            <a:pPr>
              <a:spcAft>
                <a:spcPts val="600"/>
              </a:spcAft>
              <a:defRPr sz="1100">
                <a:solidFill>
                  <a:srgbClr val="CBD5E1"/>
                </a:solidFill>
                <a:latin typeface="Segoe UI"/>
              </a:defRPr>
            </a:pPr>
            <a:r>
              <a:t>• Status: System is fully tested, certified, and ready for immediate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