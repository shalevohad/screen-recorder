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ENGINEERING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ITB-SCREEN-RECORDER Architecture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Air-Gapped Enterprise Fleet Video Streaming, Continuous Capture &amp; Non-Linear Forensic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🎯 Mission-Critical Engineering Goals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High-Density Fleet Capture: 100+ endpoints streaming screen, dual-audio (mic + speakers), and keystrokes 24/7.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Workstation Overhead: Real-time GPU acceleration (NVIDIA NVENC &amp; Intel QuickSync) yields &lt;1% client CPU.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Strict Air-Gap Compliance: 100% self-hosted on-premises deployment with zero cloud or internet dependencies.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Sub-Second Live Telemetry: Low-latency WebRTC (WHEP) and HLS streaming to command consoles.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Deterministic Time Precision: Wall-clock chunking eliminates cumulative drift across long-running streams.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🏗️ Core Subsystem Assemblies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ITB.AgentService (.NET 8): Windows Session 0 supervisor &amp; user logon watchdog.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ITB.AgentWorker (.NET 8): Session 1 interactive capture engine (DirectX DDA, WASAPI, FFmpeg pipeline).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ITB.Server (ASP.NET Core 8): Fleet C2, scheduler, SQLite WAL catalog, path resolution.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MediaMTX v1.15.4 (Pinned): Dedicated low-latency streaming hub (:19350 RTMP, :8889 WHEP).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Features.Extractor &amp; ExtractorAdvanced: Non-linear multi-track synchronized cutting &amp; spritesheet caching.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Web Client (React 18 + Vite): Multi-screen fleet wall &amp; browser NLE studio.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SYSTEM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Invariants &amp; Hard Design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Core design rules governing deterministic synchronization, zero data loss, and resource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⏱️ Wall-Clock Determinism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Rule 1 Enforcement: Chunks split on exact UTC multiples of Storage.ChunkIntervalMinutes (default: 5 min).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Chunk boundaries land strictly on 00:00, 00:05, 00:10 regardless of when stream started.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Eliminates cumulative timer drift across all 100+ 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Enables instant multi-track alignment in forensic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Dual-Path Storage Failover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Rule 2 Enforcement: Primary destination is enterprise NetApp UNC path.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Active path probe tests NetApp availability every chunk boundary with 3s timeout.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Automated fallback to local NVMe path (C:\ProgramData\...\Recordings) upon UNC timeout.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Self-healing: Reconnects to NetApp seamlessly once storage path returns.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⚡ Tri-Tier GPU Offloading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Rule 8 Enforcement: Dynamic hardware probe at stream initialization.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Priority 1: NVIDIA NVENC (p2 ll, forced-idr).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Priority 2: Intel QuickSync (QSV, veryfast, -37% CPU).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Priority 3: Software CPU libx264 (ultrafast, zerolatency safety fallback).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Ensures operator workstation GUI never drops below 60 FPS.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NETWORK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End-to-End System Connectivity &amp; Wiring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Physical and logical interconnects between endpoints, central servers, storage, and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Managed Workstation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AgentService (Session 0 SYSTEM):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User logon watchdog &amp; token duplication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Spawns Worker via Win32 CreateProcessAsUser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AgentWorker (Session 1 User GUI):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DirectX DDA screen capture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WASAPI dual audio mixer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Local offline failover buffer (.mp4/.key)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Outgoing RTMP stream to port :19350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Outgoing C2 HTTP/WS telemetry to :5090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8404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Central Recording Server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MediaMTX Core (v1.15.4 Pinned):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RTMP Ingest Listener (:19350)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WebRTC / WHEP Server (:8889)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Control REST API (:9997)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ASP.NET Core 8 Web Host (:5090):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RecordingChunkScheduler (Wall-Clock cut)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MediaMtxSupervisorWorker (Process recovery)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StorageScannerService (Covering Index sync)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SQLite DB (WAL mode, 256MB mmap)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Extractor &amp; ExtractorAdvanced (NLE Engine)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920240"/>
            <a:ext cx="2926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Storage &amp; Clients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Storage Targets: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NetApp UNC Share (Primary)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 \\netapp\recordings\live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Local Disk Fallback (Failover)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  C:\ProgramData\...\Recordings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Operations Clients: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React 18 Fleet C2 Grid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Low-latency WebRTC WHEP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Synchronized NLE Studio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 • Multi-Track Forensic Exporter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ARCHITECTURE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UML Component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Assembly dependency model and contract decoupling across solutions.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</a:tblGrid>
              <a:tr h="6139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Component Assembly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Key Namespaces &amp; Classes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Primary Role &amp; Isolation Boundary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ITB-SCREEN-RECORDER.Core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Abstractions, Contracts, Configuration, Diagnostics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Zero-dependency shared contracts, DTOs, IPC models, config schemas.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ITB.AgentService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AgentSupervisorService, Infrastructure.Win32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Session 0 Windows Service. Watches user logon, duplicates token, launches worker.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ITB.AgentWorker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WorkerEngine, VideoPipeline, AudioPacer, FfmpegManager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Session 1 interactive capture engine. Direct3D DDA, WASAPI loopback, high-priority.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ITB.Server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RecordingChunkScheduler, MediaMtxSupervisor, StorageScanner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Central hub: Wall-clock scheduler, MediaMTX supervisor, SQLite catalog.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Features.Extractor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ExtractorService, NoSignalPatternService, TrackCutter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Modular plugin assembly. Single-station cut, gap filling, sync plan builder.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Features.ExtractorAdvanced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AdvancedExtractorService, AdvanceJobManager, Bookmarks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NLE timeline API, multi-track cutting, draft persistence, spritesheet store.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ENDPOINT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Endpoint Architecture: Session 0 vs. Session 1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Solving Windows security boundaries: Capturing user desktop graphics from a persistent background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🛑 The Windows Session 0 Barrier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Since Windows Vista, system services run isolated in Session 0.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Session 0 has no interactive desktop, no monitor display, and no Direct3D graphics context.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DirectX Desktop Duplication API (DDA) can only run within the interactive user session (Session 1+).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User-mode startup applications terminate on logoff, violating 24/7 continuous surveillance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✅ Two-Tier Supervisor-Worker Solution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AgentSupervisorService runs as a persistent Windows Service with SYSTEM privileges in Session 0.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On active user login, Supervisor queries active console session (WTSGetActiveConsoleSessionId).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Queries user token via WTSQueryUserToken and duplicates token with DuplicateTokenEx.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Executes Win32 CreateProcessAsUser to launch AgentWorker.exe directly into Session 1.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Supervisor and Worker communicate via local Named Pipe / IPC for target updates and clock calibration.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MEDIA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AgentWorker Ingestion: DDA, WASAPI &amp; Video Pacer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Capturing display surfaces and mixed audio with microsecond timing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🖥️ DirectX Desktop Duplication (DDA)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Acquires display frames directly from GPU frame buffer via IDXGIOutputDuplication.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memory copy across CPU boundaries until frames enter hardware encoder.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Supports native multi-monitor display resolutions up to 4K at steady 30 FPS.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Windows Multimedia Timer: timeBeginPeriod(1) applied for 1ms scheduler granularity.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SessionGuard monitors DDA context; auto-recovers upon screen unlock or resolution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🎙️ WASAPI Audio &amp; Video Pacer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Dual Loopback Mixer: Captures default system output (speakers) mixed with input (microphone).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AudioPacer: Resolves timestamp drift between independent audio clock and display refresh rate.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High-Speed Local TCP Loopback: Feeds PCM audio samples into FFmpeg without Windows pipe buffer bloat.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Low-latency presentation: Output synchronized to true wall-clock arrival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ENCODING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Tri-Tier Hardware Acceleration (NVENC → QSV → CPU)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Dynamic hardware probe executing at stream startup to eliminate workstation CPU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🟢 Tier 1: NVIDIA NVENC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Encoder: h264_nvenc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Preset: p2 (Fast / Low Latency)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Tuning: -tune ll -forced-idr 1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CPU Utilization: &lt; 1% CPU core load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Latency: Zero-latency B-frame suppression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Ideal for dedicated CAD &amp; command workstations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🔵 Tier 2: Intel QuickSync (QSV)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Encoder: h264_qsv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Preset: veryfast -low_power 1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Pixel Format: Transparently converted to nv12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CPU Reduction: ~37% less CPU than software x264 on standard desktop machines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Supports standard enterprise desktops and laptops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🟡 Tier 3: CPU Fallback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Encoder: libx264 (Software)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Preset: ultrafast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Tuning: -tune zerolatency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Safety Net: Activated only when neither discrete NVIDIA nor Intel integrated GPU is available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Ensures 100% compatibility across legacy 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STORAGE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Deterministic Wall-Clock Chunking Engine (Rule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Synchronizing MediaMTX segment cuts to round clock boundaries without cumulative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⏰ Wall-Clock Boundary Calculation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RecordingChunkScheduler calculates next boundary purely from current UTC clock.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minutesSinceMidnight - (minutesSinceMidnight % interval) + interval.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Recomputed fresh from DateTime.UtcNow every iteration: Zero cumulative Task.Delay drift.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At boundary tick, invokes MediaMtxApiClient.RotatePathRecordingAsync on all active streams.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Toggles record: false -&gt; record: true via MediaMTX Control API to force clean cut.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Filename format: %Y-%m-%d_%H-%M-%S-%f accurately reflects chunk opening instant.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📌 MediaMTX Pinning (v1.15.4)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MediaMTX is strictly pinned to v1.15.4 in production.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Upstream Bug in v1.15.5+: Added unconfigurable ntpDriftTolerance check in format_fmp4_track.go.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Drift check tripped every ~15-20 seconds on live screen capture, repeatedly cutting segments!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Version pin guarantees stability and strict adherence to 5-minute configured intervals.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MediaMtxSupervisorWorker auto-recovers MediaMTX process within 5 seconds if terminated.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STORAGE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Storage Architecture &amp; High-Availability Failover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Guaranteed persistence across enterprise SAN/NAS outages and local disk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🏛️ Primary NetApp UNC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Target: Storage.NetAppUncPath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Standard layout: {root}/live/{station_id}/*.mp4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High-capacity SAN/NAS backend designed for 30+ day retention across 100+ 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Supports parallel read/write for live recording and NLE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🔄 3-Second Failover Resolver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StoragePathResolver tests NetApp reachability with 3-second timeout on every boundary tick.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If NetApp is unresponsive, MediaMTX is instantly switched to local NVMe fallback disk.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Local target: C:\ProgramData\...\Recordings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Transitions back to NetApp automatically once storage is reachable again.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🧹 Retention &amp; Quota Safety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Time-Based Retention: MediaMTX recordDeleteAfter automatically purges files older than RetentionDays.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Storage Quota Safety: Files younger than 2 * ChunkInterval are shielded from eviction.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Global-oldest eviction ensures high-bitrate stations do not starve global storage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High-Throughput SQLite WAL Database &amp;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In-memory SQLite tuned for sub-millisecond timeline range queries and high write concurrency.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297680"/>
              </a:tblGrid>
              <a:tr h="6139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Primary Columns &amp; Types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Purpose &amp; Performance Role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station_nodes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station_id (PK), ip_address, agent_version, role_alias, is_active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Active fleet registry, heartbeat tracking, role assignments.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recording_chunks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id (PK), station_id, file_path, start_epoch_ms, end_epoch_ms, is_finalized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Master catalog of 5-minute video chunks. Indexed with covering timeline index.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keystroke_events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id (PK), station_id, epoch_ms, key_combination, timestamp_utc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Indexed operator keystrokes for forensic correlation and subtitle export.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custom_tabs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id (PK), name, hostnames_json, ous_json, display_order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Fleet grouping, room layouts, and custom operational views.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advance_jobs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JobId (PK), FileName, Status, ProgressPercent, SpeedMBps, EtaSeconds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State and progress tracking for asynchronous NLE background rendering.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bookmarks / drafts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Id (PK), StationId, StartUtc, EndUtc, StateJson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User-created incident marks, annotations, and non-destructive NLE project drafts.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CATALOG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Storage Scanner &amp; Automated Cataloging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Continuously reconciling on-disk MP4 files with the database to index finalized segments.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🔄 Background Reconciliation Sweep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StorageScannerService runs periodic sweep across active recording root.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Parses millisecond timestamps directly from filenames (station_YYYY-MM-DD_HH-mm-ss-fff.mp4).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Inspects unfinalized segments using ffprobe to obtain exact duration, width, height, FPS, and audio presence.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Marks chunk as is_finalized = 1 once MediaMTX releases file write lock.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Maintains covering index (idx_chunks_station_window_covering) for instant timeline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🛡️ Self-Healing &amp; Orphan Discovery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Crash Recovery: Automatically catalogues files recorded during server downtime.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Network Partition Recovery: Chunks synced from endpoint offline buffers are indexed immediately.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Non-blocking Read Operations: Timeline UI queries SQLite index without touching physical storage disk.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Integrity Verification: Flags incomplete or zero-byte chunks without halting scanner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SEQUENCE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UML Sequence: Agent Ingestion &amp; Telemetry Handshake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Complete sequence from OS logon, worker launch, stream initialization, to C2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🔄 Agent Lifecycle Flow Steps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1. OS triggers WTS_SESSION_LOGON -&gt; AgentSupervisorService (Session 0) catches event.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2. Supervisor obtains user token via WTSQueryUserToken and calls DuplicateTokenEx.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3. Supervisor executes Win32 CreateProcessAsUser to launch AgentWorker.exe into Session 1.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4. AgentWorker runs HardwareProbe: Tests NVENC -&gt; QSV -&gt; CPU, selects optimal encoder.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5. Worker connects to Supervisor via local IPC (Named Pipe); receives target RTMP URL and clock offset.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6. Worker launches FFmpeg with high priority and begins streaming H.264/AAC to MediaMTX (:19350).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7. AudioPacer synchronizes WASAPI loopback samples via TCP; VideoPipeline streams raw DDA frames.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8. Supervisor reports station heartbeat, telemetry (CPU/GPU/FPS), and batched keystrokes to Server C2 (:5090).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SEQUENCE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UML Sequence: Wall-Clock Segment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Coordination between scheduler, MediaMTX API, file system, and catalog scanner.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⏰ Chunk Rotation Flow Steps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1. RecordingChunkScheduler wakes at exact UTC boundary tick (e.g. 14:00:00 UTC).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2. Invokes GET /v3/paths/list via MediaMtxApiClient to discover all active station streams.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3. For each active path, invokes RotatePathRecordingAsync: sends { record: false } via Control API.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4. MediaMTX closes current fMP4 segment (e.g. chunk_13-55-00.mp4) and flushes file to disk.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5. Scheduler immediately sends { record: true } via Control API.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6. MediaMTX opens new segment (e.g. chunk_14-00-00.mp4) with accurate start timestamp.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7. Scheduler notifies StorageScannerService that rotation has completed.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8. StorageScanner probes closed chunk with ffprobe and inserts finalized record into SQLite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FORENSIC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Extractor &amp; ExtractorAdvanced: Web NLE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Browser-based multi-camera forensic editing with synchronized multi-track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🎬 Advanced Studio Capabilities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Multi-Station Synchronized Playback: Up to 16 stations played simultaneously in lockstep.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Visual Timeline &amp; Spritesheets: Scrubbing powered by cached thumbnail spritesheets rendered on Canvas.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Non-Destructive Editing: Set IN/OUT cue points and save project drafts without altering source media.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Background Export Queue: Managed by AdvanceJobManager with progress %, MB/s speed, and ETA.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⚙️ Synchronized Export Pipelines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Synchronized Multi-Track: Combines multiple station recordings into unified time-aligned video.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Single-Station Fast Cut: Lossless stream copy on keyframe boundaries, or smart-recoding for precise cuts.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Forensic Burn-in: Embed station hostname, UTC timestamp, and keystroke subtitles (.srt).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Automated Gap Padding: Injects NoSignal pattern frames whenever stations were offline.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SEQUENCE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UML Sequence: Multi-Track Synchronized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How gaps, differing start times, and multi-station cuts are unified into an export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🎞️ Video Slicing &amp; Assembly Sequence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1. Analyst selects stations and marks IN/OUT bounds in Studio; clicks Export -&gt; POST /api/export.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2. ExtractorAdvancedController validates request and hands payload to AdvanceJobManager.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3. SynchronizationPlanBuilder queries SQLite recording_chunks for all selected 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4. PlanBuilder analyzes intervals: identifies recording segments, start offsets, and offline gaps (&gt;500ms).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5. SynchronizedTrackCutter slices station chunks via FFmpeg, injecting synthetic NoSignal frames for gaps.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6. Extractor muxes parallel video tracks with matching audio channels into target container.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7. KeystrokeSrtGenerator queries keystroke_events and writes synchronized .srt subtitle track.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8. AdvanceJobManager updates job status to Completed; client downloads verified package.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TIME CONTINUITY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Gap Handling &amp; 'No Signal' Clock-Alignment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Solving temporal desynchronization when stations reboot, disconnect, or power 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⚠️ The Desynchronization Problem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If Station A runs continuously from 10:00 to 10:30, but Station B powered off from 10:10 to 10:20: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Standard NLE tools simply concatenate Station B's clips.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Result: Station B's 10:20 actions are shown at 10:10, destroying cross-station correlation!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Multi-operator incident investigations become misleading and legally invalid.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🛡️ The NoSignalPatternService Solution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SynchronizationPlanBuilder detects all temporal gaps exceeding 500ms.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NoSignalPatternService generates synthetic video frames with calibration pattern or black screen.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Audio channel generates matching silent audio samples.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FFmpeg concatenates valid chunks with synthetic gap streams: Tracks remain 100% time-aligned to the millisecond!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Investigators clearly see when a station was offline while other stations continue playing in sync.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FORENSIC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Forensic Keystroke Capture &amp; Synchronized SRT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Capturing operator keyboard events with millisecond timestamps for synchronized subtitle display.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⌨️ Low-Level Keystroke Hook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KeyboardCaptureFactory sets low-level OS hook (SetWindowsHookEx on Windows / X11 on Linux).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Records key combinations and shortcut triggers with millisecond UTC epoch timestamps.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Privacy Gate: Keystroke recording automatically pauses when the agent is in standby or offline gap mode.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Batched into C2 telemetry reports to eliminate individual network packet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📄 SubRip (.SRT) Subtitle Generation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KeystrokeSrtGenerator queries keystroke_events across requested extraction time window.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Generates standard .srt subtitle files with exact start and end display intervals.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Overlays key events (e.g. [KEY] Ctrl+Shift+Esc, [KEY] Enter) directly on exported video.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Playable in any standard video player (VLC, Windows Media, Browser) without custom plugins.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CLIENT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Frontend Client Architecture: React 18 &amp; WebRTC WHEP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Modular, responsive operator workspace designed for high-density live telemetry and rapid NLE scrubbing.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⚡ React 18 &amp; Vite SPA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Modern single-page application built with React 18 and Vite.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Optimized DOM recycling supporting 16+ live video screens simultaneously.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Modular architecture: Fleet grid, player, timeline, settings, and auth.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📡 WebRTC / WHEP Player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Sub-second live video playback direct from MediaMTX via WebRTC WHEP (:8889).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Eliminates multi-second HLS buffering delay during live operations.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Auto-fallback to low-latency HLS (:8888) if WebRTC UDP traffic is blocked.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🎞️ Canvas Timeline NLE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Hardware-accelerated HTML5 Canvas timeline track rendering.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Dynamic zoom from 24-hour day overview down to individual seconds.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Fast scrubbing with spritesheet thumbnail caching.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SECURITY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Security Architecture, Authentication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Defense-in-depth security model built for air-gapped high-security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F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🔐 Authentication Infrastructure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Local Identity Store: Embedded accounts with SHA-256 / PBKDF2 hashing and immutable system root.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Active Directory / LDAP: Native support for on-premises enterprise directory servers.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Stateless JWT Tokens: Secure cryptographically signed session tokens for API authorization.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Audit Logging: Comprehensive event trail of logins, setting changes, and video export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🛡️ Role-Based Access Control (RBAC)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view_live_fleet: Permission to view live workstation screens (Viewer, Operator, Admin).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export_recordings: Permission to cut and download video files (Investigator, Admin).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manage_retention: Permission to adjust chunk interval and retention days (Admin).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admin_roles_users: Permission to manage users, LDAP groups, and station roles (Admin).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Fault Tolerance, Resiliency &amp; Recovery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Comprehensive resilience strategies across all failure domains.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840480"/>
                <a:gridCol w="4572000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Failure Scenario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Immediate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  <a:latin typeface="Segoe UI"/>
                        </a:defRPr>
                      </a:pPr>
                      <a:r>
                        <a:t>Automated System Recovery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LAN Link Outage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AgentWorker cannot reach MediaMTX RTMP ingest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Worker detects broken pipe; auto-buffers to local NVMe. Reconnects and streams live once network restores.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NetApp Storage Down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Recordings cannot write to central UNC share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StoragePathResolver detects 3s timeout; reconfigures MediaMTX to write to local fallback disk without dropping streams.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MediaMTX Crash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Streaming engine process terminates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MediaMtxSupervisorWorker detects dead process within 5s; restarts MediaMTX and re-applies runtime config.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Screen Lock / Res Change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DirectX DDA loses desktop display context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SessionGuard catches fatal capture errors; waits and re-initializes DDA once user unlocks or resolution stabilizes.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Server Power Loss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Database chunks unfinalized in SQLite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Segoe UI"/>
                        </a:defRPr>
                      </a:pPr>
                      <a:r>
                        <a:t>StorageScannerService sweeps disk on startup, inspects orphaned chunks with ffprobe, and repairs database catalog.</a:t>
                      </a:r>
                    </a:p>
                  </a:txBody>
                  <a:tcPr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ARCHITECTURE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Architecture Summary &amp; Technical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battle-tested, high-density recording platform engineered for mission-critical visual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🚀 Extreme Efficiency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GPU hardware offloading (NVENC/QSV) ensures &lt;1% CPU load on client workstations.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Single server node supports 100+ concurrent high-definition video streams without expensive server GPUs.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interference with critical operator workstation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🎯 Temporal Precision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Deterministic wall-clock chunking ensures identical time intervals across all 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NoSignalPatternService maintains frame-accurate synchronization across station outages.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Forensic keystroke overlay correlates user commands with screen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62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🔒 Air-Gap Security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100% self-hosted on-premises architecture with zero internet or cloud dependencies.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Seamless integration with enterprise Active Directory and granular RBAC.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Comprehensive auditability and verified compliance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