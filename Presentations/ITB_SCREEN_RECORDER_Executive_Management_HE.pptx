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תדריך הנהלה בכירה ומקבלי החלטות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ניטור ויזואלי מבצעי והבטחת אירועים קריטיים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הקלטה רציפה, קיר וידאו C2 חי ב-WebRTC ותחקור וידאו פורנזי בריבונות מוחלטת לרשתות מבודדות.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121408"/>
            <a:ext cx="48097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🎯 ייעוד הפלטפורמה למקבלי ההחלטות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אחריות ויזואלית רציפה: הקלטה רציפה 24/7 של כלל המסכים, ערוצי השמע והאינטראקציות.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אפס חיכוך למפעיל: פעילות שקופה לחלוטין ברקע ללא לאגים בעכבר או פגיעה במערכות שו"ב.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שחזור אירועים מיידי: קיצור תחקירים מורכבים של מספר ימים לדקות בודדות של ראיות חותכות.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ריבונות מלאה ללא ענן: 100% תאימות לרשתות סגורות (Air-Gapped) ומסווגות ללא דליפת מידע.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71830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📊 מדדים מבצעיים מרכזיים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100+ עמדות קצה פעילות בו-זמנית לשרת יחיד ללא תלות בכרטיסי GPU בשרת.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&lt; 1% עומס מעבד (CPU) בעמדת המפעיל הודות להאצת חומרה ייעודית (NVIDIA / Intel).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&lt; 300ms שיהוי שידור חי Glass-to-Glass בפרוטוקול WebRTC WHEP ברשת המקומית.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90% חיסכון בזמן הפקת תחקיר מבצעי מרובה עמדות ומסכים.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100% ריבונות עצמאית ללא תשלומים חודשיים וללא תלות ברישוי ענן חיצוני.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מציאות מבצעית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מדוע כלי מדף וענן נכשלים במערך מבצעי?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מדוע זום, טימס, OBS, Camtasia ומערכות VMS מסחריות אינן ישימות במתקנים ביטחוניים ורשתות מבודדות.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7888" y="2121408"/>
            <a:ext cx="29809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עומס CPU משתק בעמדה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תוכנות הקלטה מסחריות צורכות 25% עד 50% מכוח המעבד.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עמדת המפעיל קופאת ומאטה במהלך אירועים מבצעיים עתירי עומס.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לאגים קשים בעכבר מקשים על תגובה מהירה ברגעי חירום.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סכנה מוחשית לקריסת תוכנות שו"ב ומכ"ם קריטיות עקב עומס.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121408"/>
            <a:ext cx="29809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דרישות ענן וחשיפת אבטחה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כלי ענן (Zoom, Teams, SaaS) מחייבים חיבור אינטרנט פעיל.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משדרים מידע רגיש ומסווג לחוות שרתים מסחריות חיצוניות.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פסולים לחלוטין ברשתות מבודדות (Air-Gapped) ומסווגות.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תלות ברישוי מקוון העלול להשבית את היכולת במנותק מרשת.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21408"/>
            <a:ext cx="29809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סנכרון זמן שבור בין עמדות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מערכות וידאו קונבנציונליות מייצרות קליפים ללא יישור זמן.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בעת אתחול עמדה, הנגן מכווץ את הפער ושובר את הסנכרון.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חוסר יכולת לבצע קורלציה בציר הזמן בין עמדות שונות בצוות.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ראיות אינן קבילות בתחקיר רשמי עקב סטיית שעונים בלתי נשלטת.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שליטה ובקרה בזמן אמת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קיר פיקוד C2 חי בשיהוי תת-שנייתי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תמונת מצב חיה של 70–100+ עמדות ללא עומס וללא קריסת מפענחי דפדפן (Zero Browser Crash).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121408"/>
            <a:ext cx="48097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📡 הזרמת וידאו מהירה ב-WebRTC WHEP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שיהוי זניח (200–300ms): צפייה חיה בזמן אמת ברשת המקומית ללא השהיות HLS.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חסינות מקריסת דפדפן: וירטואליזציה חכמה מוודאת שרק כרטיסים גלויים מפענחים וידאו.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מעבר חלק ב-0ms ללא מסך שחור: הנגנים נשארים מחוברים ברקע ומעבר מסכים מיידי.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תחנת האזנה אחודה (Multi-Sink Audio Dock): האזנה למספר עמדות במקביל ומד VU חי.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התאמה דינמית לחיבור מסכים (Hot-Plug): הוספת מסכי 4K/1080p נתמכת חלק בזמן אמת.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71830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🖥️ מודעות מצב בחדרי שליטה ומבצעים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קיר עמדות בצפיפות גבוהה: ניטור של 16 עד 100 עמדות על גבי מסך פיקוד טקטי מרכזי.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חדרי מבצעים מותאמים אישית: חלוקת עמדות לפי תאים מבצעיים, משמרות או מוקדים.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טלמטריית בריאות בזמן אמת: מעקב רציף אחר FPS, שמע, קצב נתונים וסטטוס חומרה.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תצוגת מסך מלא מיידית: הגדלת עמדה בלחיצה אחת עם מפת התמצאות אינטראקטיבית (Minimap).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🌟 בידול ייחודי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בימוי חכם לריבוי מסכים: Auto-Director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ניתוב פוקוס אוטומטי מבוסס בינת פעילות מפעיל עם שליטה ידנית, מסך מפוצל ותצוגת Canvas.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121408"/>
            <a:ext cx="48097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🎬 מנוע בימוי אוטומטי בציר הזמן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פוקוס פעילות דינמי: זיהוי הקשות מקלדת ותנועות עכבר וניתוב אוטומטי למסך הפעיל.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חיווי אוריינטציה חי (HUD): המתחקר יודע תמיד איזה מסך מוצג: [AUTO] מול [OVERRIDE].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פיצול ועקיפה ידנית בלחיצה: חיתוך מקטע בציר הזמן (מקש 'S') לקביעת פוקוס ידני.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מעביר שידור חי (Punch Switcher): לחצני [CAM 1], [CAM 2], [AUTO] ישירות על גבי הנגן.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בידוד עכבר מושלם: מניעת רפלקסים וגלים צולבים בין מסכים שונים (Zero Ghost Ripple).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71830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🎛️ מצבי תצוגה גמישים בסטודיו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🎬 DIRECTOR: מעקב אוטומטי חכם אחר רצף העבודה והפוקוס של המפעיל.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⊞ CANVAS: תצוגת מסכים פיזית אמיתית לפי קואורדינטות שולחן העבודה במערכת ההפעלה.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🔲 SPLIT SCREEN: תצוגת מסכים מפוצלת ומסונכרנת להשוואת נתונים בו-זמנית.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🪟 PiP (תמונה-בתמונה): חלונית צפה של המסך המשני עם החלפה מיידית בלחיצה.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ייצוא וידאו גמיש: מנוע ה-FFmpeg מייצא סרטים בכל אחד ממצבי התצוגה הנבחרים.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🌟 בידול ייחודי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מודיעין הקשות פורנזי וכתוביות וידאו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הוכחת כוונת המפעיל וחיבור חד-משמעי בין פקודות מקלדת לתוצאות במסך ברמת המילי-שנייה.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121408"/>
            <a:ext cx="48097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⌨️ קורלציה ראייתית שאינה ניתנת לערעור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לכידה ברמת מערכת הפעלה (Low-Level Hook): דגימת קיצורי מקשים ופקודות בחותמת זמן UTC.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צריבת כתוביות ראייתיות (.SRT / .ASS): סרטוני התחקיר כוללים כתוביות מסונכרנות על המסך.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מנגנון הגנת פרטיות (Privacy Shield): השהייה אוטומטית בעת נעילת העמדה והגנה על שדות.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מנוע חיפוש פקודות מרכזי: איתור פקודות קריטיות (reboot, authorize) וקפיצה מיידית לווידאו.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תאימות משפטית מלאה: הכתוביות ניתנות לניגון בכל נגן מדיה תקני ללא תוכנות מיוחדות.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71830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📄 הערך המבצעי של שילוב וידאו והקשות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הוכחת כוונת מפעיל: האם תקלה נבעה מטעות אנוש, פעולת תוכנה או התנהגות רשת בלתי צפויה.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תחקור שגיאות הזנה: הצגת הפקודה המדויקת שהוקלדה בטרמינל אל מול תגובת המערכת.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הדרכה ואימון מתקדם: לימוד טקטיקות עבודה של מפעילים מצטיינים לפי רצף הפעולות שלהם.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אבטחת אירועים קריטיים: זיהוי מיידי של פקודות חריגות שהופעלו בזמני דריכות גבוהה.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A855F7"/>
                </a:solidFill>
                <a:latin typeface="Segoe UI"/>
              </a:defRPr>
            </a:pPr>
            <a:r>
              <a:t>🌟 בידול ייחודי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ציר זמן אחוד ורצף כרונולוגי חסין נפילות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שחזור אירועים צוותיים מורכבים ב-70+ עמדות בסנכרון זמנים הרמטי (Temporal Lockstep).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121408"/>
            <a:ext cx="48097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A855F7"/>
                </a:solidFill>
                <a:latin typeface="Segoe UI"/>
              </a:defRPr>
            </a:pPr>
            <a:r>
              <a:t>⏱️ חיתוך צמוד שעון עולמי והזרקת No Signal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חיתוך דטרמיניסטי לפי שעון עולמי: חיתוך מדויק כל 5 דקות (14:00, 14:05). אפס סטיית שעונים.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תחקור רב-עמדתי מסונכרן: נגינה מקבילה של עד 16 עמדות בנעילת זמן מוחלטת לשנייה המדויקת.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ערבות רציפות הזמן: אם מחשב כבה או מאותחל, המנוע מזריק שקופית 'No Signal' מדויקת.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מניעת קריסת ציר הזמן: ביטול מוחלט של 'כיווץ' זמנים המעוות את המציאות בתחקירים.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קבילות משפטית מוחלטת: תיעוד מלא ורציף שאינו משאיר מקום לספקות לגבי מועד האירועים.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71830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🛡️ השוואת השלמת פערים כרונולוגיים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תוכנות מסחריות (זמן שבור ומטעה):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 • עמדה 2 אותחלה ל-3 דקות. הנגן מדלג על הפער ומכווץ את ציר הזמן.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 • הווידאו של עמדה 2 מציג אירועים 3 דקות מוקדם יותר מזמנם האמיתי!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ITB-SCREEN-RECORDER (מנוע רציפות זמן):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 • המנוע מזריק שקופית No Signal מסונתזת בדיוק מילי-שניות.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 • עמדה 1 ועמדה 2 נשארות מסונכרנות ב-100% לאורך כל האירוע.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 • התחקיר הצוותי אמין, מדויק וקביל משפטית.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הגנה על חומרת העמדה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אפס עומס על עמדת הקצה: האצת חומרה (GPU)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ביצועי שיא של מערכות השו"ב והמכ"ם לצד הקלטה ושידור רציפים ברקע.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121408"/>
            <a:ext cx="48097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🚀 בחירה תלת-שלבית אוטומטית של מקודד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רמה 1 — חומרת NVIDIA NVENC: קידוד ישיר בסיליקון של הכרטיס הגרפי (&lt;0.8% CPU בלבד).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רמה 2 — חומרת Intel QuickSync (QSV): ניצול מעבד גרפי מובנה בעמדות סטנדרטיות (~2% CPU).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רמה 3 — גיבוי תוכנה מותאם: מנגנון חירום מהיר ללא שיהוי במחשבים ללא מעבד גרפי.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אפס לאגים למפעיל: מערכות מפות תלת-ממד, מכ"מים ותוכנות שו"ב רצות חלק ללא נפילת פריימים.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דגימה אוטומטית מבודדת: תוצאות בדיקת החומרה נשמרות במטמון להפעלה מיידית.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71830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📊 השוואת צריכת משאבי מעבד (CPU)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תוכנות הקלטה מסחריות (עיבוד תוכנה ב-CPU): 35% - 60% CPU (סכנת קפיאה).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ITB-SCREEN-RECORDER (חומרת Intel QSV): כ-2.0% CPU בלבד בעמדות משרד.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ITB-SCREEN-RECORDER (חומרת NVIDIA NVENC): &lt;0.8% CPU (אפס השפעה מורגשת).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💡 מסקנה למנהלים: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פריסת הסוכן אינה דורשת שדרוג מחשבים בעמדות ומבטלת לחלוטין את החשש מהאטת המפעילים.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אבטחת מידע וארגון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100% רשת מבודדת (Air-Gap) והזדהות שקטה (SSO)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תכנון הנדסי מהיום הראשון לרשתות ביטחוניות סגורות ללא תלות בענן.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7888" y="2121408"/>
            <a:ext cx="29809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🏰 עמידה מוחלטת ב-Air-Gap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אפס קישורים לאינטרנט חיצוני ואפס שירותי CDN.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ללא גופנים מרוחקים (ללא Google Fonts).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עצמאות מלאה ב-100% ברשת הפנימית/אינטראנט.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ללא שרתי רישוי חיצוניים או טלמטריה יוצאת.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תאימות מלאה לסיווגי אבטחה גבוהים ביותר.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121408"/>
            <a:ext cx="29809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🔑 כניסה שקטה (Active Directory SSO)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משתמשי דומיין מזוהים אוטומטית בפרוטוקול Kerberos.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כניסה מיידית ללא חלונות התחברות וללא הקלדת סיסמה.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מיפוי קבוצות AD (memberOf) לתפקידים מבצעיים.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הרשאות מדורגות: צופה חי, מתחקר פורנזי ומנהל מערכת.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סנכרון מלא עם נהלי אבטחת המידע הארגוניים.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21408"/>
            <a:ext cx="29809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💾 שרידות אחסון כפולה (Failover)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הקלטה ראשית לאחסון NetApp מרכזי בנתיב UNC.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בדיקת דופק רציפה כל 3 שניות לשרידות מרבית.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מעבר אוטומטי מיידי לכונן NVMe מקומי בעת נתק.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עמדות הקצה חוצצות וידאו מקומית בעת נתק רשת.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סנכרון חוזר שקוף ואוטומטי עם חידוש הקשר.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עוצמת תחקור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סטודיו תחקור ויזואלי מתקדם (Forensic NLE)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קיצור זמני תחקיר ואיסוף ראיות מימים ארוכים לדקות בודדות.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121408"/>
            <a:ext cx="48097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🎞️ יכולות עריכה ותחקור אינטראקטיביות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גלילה ויזואלית מהירה (Instant Scrubbing): תמונות ממוזערות על Canvas לסריקת 24 שעות ללא טעינה.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סימניות והערות לא-הרסניות: סימון נקודות IN/OUT, הוספת הערות תחקיר ושיתוף פרויקטים.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תור ייצוא מקבילי: מנוע ייצוא ברקע המאפשר חיתוך עמדה בודדת ללא איבוד איכות.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חבילת תחקיר מלאה: הווידאו מיוצא עם חותמת זמן UTC צרובה, כתוביות הקשות ומטא-דאטה.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ייצוא רב-מסכי גמיש: תמיכה מלאה בייצוא בפורמט Canvas פיזי, מסך מפוצל או PiP.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71830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📈 מדד יעילות התחקור המבצעי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90% חיסכון בזמן הפקת תחקיר מבצעי: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 • תחקיר קונבנציונלי (תשאול מפעילים והצלבת לוגים): 24 עד 48 שעות.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 • תחקור מהיר בסטודיו ITB-SCREEN-RECORDER: פחות מ-5 דקות!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בהירות ויזואלית שאינה ניתנת להכחשה: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מפקדים אינם תלויים עוד בזיכרון של מפעילים או בלוגים טקסטואליים חלקיים.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תחקור ויזואלי מהיר מספק תמונה חד-משמעית של מה שהתרחש על המסך.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יתרון תחרותי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טבלת עליונות תחרותית מול פתרונות בשוק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כיצד ITB-SCREEN-RECORDER מתעלה על פתרונות מדף קיימים בסביבות ביטחוניות ומבצעיות.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121408"/>
            <a:ext cx="48097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🏆 מדדי ביצועים וטכנולוגיה ייחודיים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עומס CPU בעמדה: &lt;1% בלבד (האצת GPU) מול 25%-60% בתוכנות אחרות.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סנכרון זמנים הרמטי: מובטח (שקופית No-Signal) מול קריסת ציר זמן במערכות מדף.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שיהוי שידור חי בלייב: &lt;300ms (WebRTC) מול 2-5 שניות ב-RTSP או ענן.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בימוי אוטומטי לריבוי מסכים: נתמך מלא (Auto-Director / Canvas / Split / PiP) מול אפס תמיכה באחרים.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כתוביות הקשות צרובות: סנכרון מילי-שניות מלא מול אפס תיעוד מקלדת במערכות VMS.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71830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🛡️ אבטחה, ריבונות ותאימות ארגונית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100% רשת מבודדת (Air-Gap): עצמאות מלאה ברשת הפנימית ללא שום תלות בענן.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הזדהות שקטה (AD SSO): אימות Kerberos שקוף של Windows ללא הקלדת סיסמאות.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שרידות אחסון כפולה: מנגנון Failover מובנה של NetApp ו-NVMe מקומי.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קבילות משפטית: קבצים חתומים ומסונכרנים העומדים ברף תחקירים מחמיר.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כלכלה ארגונית: ללא עלויות רישוי חודשיות לענן וללא צורך בכרטיסי GPU בשרת.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כדאיות עסקית ומבצעית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החזר השקעה (ROI) ותועלת עסקית מדידה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ציות רגולטורי מחמיר, הגנה בתחקירים ויעילות תשתיות מקסימלית.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7888" y="2121408"/>
            <a:ext cx="29809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⏱️ גמישות ויעילות מבצעית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סגירת תחקירים ב-90% פחות זמן: הפקת סרטי תחקיר בדקות ספורות.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ערך הדרכתי מתמשך: שימוש בהקלטות אירועי אמת עם כתוביות להכשרת צוותים.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רציפות תפעולית: עמדות הקצה פועלות ב-100% תפוקה ללא האטות.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תגובה מהירה לאירועים: מפקדים מקבלים תמונה מדויקת מיידית.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121408"/>
            <a:ext cx="29809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⚖️ הגנה משפטית ותאימות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ראיות קבילות משפטית: רציפות זמן ושקופיות No Signal עומדות ברף מחמיר.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נתיב ביקורת שאינו ניתן להכחשה: שילוב תמונה, הקשות מקלדת ושמע.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ניהול נתונים אוטומטי: מדיניות שמירה ל-30 יום ומחיקה לפי נפח.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הגנה מתביעות ובירורים: תיעוד מלא המונע מחלוקות עובדתיות.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21408"/>
            <a:ext cx="29809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💰 חיסכון תקציבי וכלכלי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צפיפות שרתים גבוהה: 100+ עמדות מוקלטות על שרת ארגוני תקני יחיד.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ללא כרטיסי GPU בשרת: הקידוד מבוצע בחומרת עמדות הקצה הקיימות.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ללא מלכודות רישוי SaaS: בעלות מלאה וקבועה ללא תשלומים חודשיים.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החזר השקעה מהיר: צמצום משאבי חקירה ותחזוקת מערכות מרובות.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מדריך הדגמה חיה למנהלים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תסריט הדגמה חיה: מה להציג להנהלה כעת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זרימת הדגמה אינטראקטיבית צעד-אחר-צעד למפגש ההנהלה הבכירה.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121408"/>
            <a:ext cx="48097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1. קיר פיקוד חי וכניסה שקטה (SSO)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פעולה: פתחו את הדפדפן לכתובת המערכת. הראו כניסה ישירה ללא סיסמה.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מה לומר: 'שימו לב שהמערכת זיהתה את פרטי הדומיין שלי ונכנסה ישירות. אנו צופים כעת בצי העמדות בשידור חי בשיהוי של פחות מ-300ms.'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פעולה: הדגימו מעבר מסכים חלק ב-0ms ללא מסך שחור ולחיצה על האזנה.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מה לומר: 'המעבר בין מסכים מתבצע חלק באנימציה ללא שום מסך שחור, וסרגל ההאזנה מאפשר ניטור שמע ללא הפרעה.'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71830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2. בימוי חכם, הקשות וסנכרון זמנים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פעולה: פתחו עמדה בסטודיו והראו את מעבר המצלמה האוטומטי (Auto-Director).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מה לומר: 'כאשר המפעיל מקליד במסך 2, המצלמה עוקבת אחריו אוטומטית. בלחיצה אחת ניתן לעבור למסך מפוצל או לתצוגת Canvas פיזית.'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פעולה: הציגו את שכבת ההקשות וגללו מספר תחנות במקביל בציר הזמן.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מה לומר: 'כל הקשה נלכדת בדיוק מילי-שניות ונצרבת ככתוביות. כל העמדות נעולות בדיוק לאותו שעון עולמי עם שקופית No Signal.'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סיכום ותוכנית פעולה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סיכום: בשלות מלאה לפריסה מבצעית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פלטפורמה בשלה, מוכחת ונבדקה בעומס גבוה המעניקה עליונות ויזואלית מלאה.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121408"/>
            <a:ext cx="480974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🌟 נקודות מפתח להנהלה הבכירה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ארכיטקטורה מוכחת בעומס: 100+ עמדות לשרת בפחות מ-1% עומס CPU בעמדה.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עוצמת תחקור ללא תחרות: Auto-Director חכם, כתוביות הקשות וסנכרון מלא.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ריבונות וביטחון מוחלטים: 100% רשת מבודדת (Air-Gap) וכניסה שקטה מבוססת AD.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החזר השקעה מיידי: קיצור זמני תחקירים ב-90% והגנה הרמטית מתקלות.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בשלות מבצעית: מערכת יציבה, נבדקה בהצלחה וממתינה לפריסה.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71830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🚀 שלבי פריסה מומלצים בצי העמדות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שלב 1: פיילוט מבצעי (מיידי) - פריסה על 15 עמדות מפתח בתא שליטה מרכזי לבדיקת שידור חי ובימוי Auto-Director.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שלב 2: הפצה רחבה בצי העמדות - הפצה שקטה ואוטומטית על 70–100+ עמדות באמצעות כלי הפצה מרכזיים וחיבור ל-NetApp.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שלב 3: אינטגרציה מלאה ומשילות - הגדרת מדיניות שמירה ל-30 יום, שיוך קבוצות AD להרשאות והדרכת מתחקרים.</a:t>
            </a:r>
          </a:p>
          <a:p>
            <a:pPr algn="r"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סטטוס נוכחי: המערכת בדוקה, מוסמכת ומוכנה להפעלה מיידית.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